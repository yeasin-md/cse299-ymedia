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
  </p:notesMasterIdLst>
  <p:handoutMasterIdLst>
    <p:handoutMasterId r:id="rId12"/>
  </p:handoutMasterIdLst>
  <p:sldIdLst>
    <p:sldId id="312" r:id="rId5"/>
    <p:sldId id="304" r:id="rId6"/>
    <p:sldId id="307" r:id="rId7"/>
    <p:sldId id="281" r:id="rId8"/>
    <p:sldId id="282" r:id="rId9"/>
    <p:sldId id="297" r:id="rId1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388" autoAdjust="0"/>
  </p:normalViewPr>
  <p:slideViewPr>
    <p:cSldViewPr snapToGrid="0" snapToObjects="1">
      <p:cViewPr varScale="1">
        <p:scale>
          <a:sx n="71" d="100"/>
          <a:sy n="71" d="100"/>
        </p:scale>
        <p:origin x="696" y="6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cap="none" dirty="0" err="1"/>
              <a:t>yMedia</a:t>
            </a:r>
            <a:r>
              <a:rPr lang="en-US" cap="none" dirty="0"/>
              <a:t>- VIDEO STREAMING AND SHARING PLATFORM</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Strategic Vision and Core Objectives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fontScale="70000" lnSpcReduction="20000"/>
          </a:bodyPr>
          <a:lstStyle/>
          <a:p>
            <a:r>
              <a:rPr lang="en-US" dirty="0"/>
              <a:t>project outlines four primary objectives that form the foundation of its development mandate. These are:  1.Providing a progressive web application (PWA) with offline capabilities. </a:t>
            </a:r>
          </a:p>
          <a:p>
            <a:r>
              <a:rPr lang="en-US" dirty="0"/>
              <a:t>2. Ensuring seamless video upload and streaming through cloud storage integration. 3. Offering an interface supporting engagement features such as likes, comments, and sharing. 4. Enabling users to manage their content through a personalized control panel. </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02441" y="1061623"/>
            <a:ext cx="5723586" cy="4739104"/>
          </a:xfrm>
        </p:spPr>
        <p:txBody>
          <a:bodyPr/>
          <a:lstStyle/>
          <a:p>
            <a:r>
              <a:rPr lang="en-US" dirty="0" err="1"/>
              <a:t>BASIc</a:t>
            </a:r>
            <a:r>
              <a:rPr lang="en-US" dirty="0"/>
              <a:t> Ui &amp; theme</a:t>
            </a:r>
          </a:p>
        </p:txBody>
      </p:sp>
      <p:pic>
        <p:nvPicPr>
          <p:cNvPr id="4" name="Picture 3">
            <a:extLst>
              <a:ext uri="{FF2B5EF4-FFF2-40B4-BE49-F238E27FC236}">
                <a16:creationId xmlns:a16="http://schemas.microsoft.com/office/drawing/2014/main" id="{D1E18ABB-78F4-4B2A-9D48-525BE27E2A6B}"/>
              </a:ext>
            </a:extLst>
          </p:cNvPr>
          <p:cNvPicPr>
            <a:picLocks noChangeAspect="1"/>
          </p:cNvPicPr>
          <p:nvPr/>
        </p:nvPicPr>
        <p:blipFill>
          <a:blip r:embed="rId3"/>
          <a:stretch>
            <a:fillRect/>
          </a:stretch>
        </p:blipFill>
        <p:spPr>
          <a:xfrm>
            <a:off x="518925" y="126633"/>
            <a:ext cx="2789051" cy="5210455"/>
          </a:xfrm>
          <a:prstGeom prst="rect">
            <a:avLst/>
          </a:prstGeom>
        </p:spPr>
      </p:pic>
      <p:pic>
        <p:nvPicPr>
          <p:cNvPr id="9" name="Picture 8">
            <a:extLst>
              <a:ext uri="{FF2B5EF4-FFF2-40B4-BE49-F238E27FC236}">
                <a16:creationId xmlns:a16="http://schemas.microsoft.com/office/drawing/2014/main" id="{7CAF7526-5C8B-483C-9F9D-6EFD24F0176D}"/>
              </a:ext>
            </a:extLst>
          </p:cNvPr>
          <p:cNvPicPr>
            <a:picLocks noChangeAspect="1"/>
          </p:cNvPicPr>
          <p:nvPr/>
        </p:nvPicPr>
        <p:blipFill>
          <a:blip r:embed="rId4"/>
          <a:stretch>
            <a:fillRect/>
          </a:stretch>
        </p:blipFill>
        <p:spPr>
          <a:xfrm rot="717222">
            <a:off x="3099003" y="1061623"/>
            <a:ext cx="2360501" cy="4602439"/>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dirty="0"/>
              <a:t>Functional Specification</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3808750"/>
            <a:ext cx="5259554" cy="2233233"/>
          </a:xfrm>
        </p:spPr>
        <p:txBody>
          <a:bodyPr>
            <a:normAutofit/>
          </a:bodyPr>
          <a:lstStyle/>
          <a:p>
            <a:r>
              <a:rPr lang="en-US" dirty="0"/>
              <a:t>Authentication Module</a:t>
            </a:r>
          </a:p>
          <a:p>
            <a:r>
              <a:rPr lang="en-US" dirty="0"/>
              <a:t>Content Management</a:t>
            </a:r>
          </a:p>
          <a:p>
            <a:r>
              <a:rPr lang="en-US" dirty="0"/>
              <a:t>User Interaction</a:t>
            </a:r>
          </a:p>
          <a:p>
            <a:r>
              <a:rPr lang="en-US" dirty="0"/>
              <a:t>User Interface &amp; Experience</a:t>
            </a:r>
          </a:p>
          <a:p>
            <a:r>
              <a:rPr lang="en-US" dirty="0"/>
              <a:t>Progressive Web Application Features</a:t>
            </a:r>
          </a:p>
        </p:txBody>
      </p:sp>
      <p:pic>
        <p:nvPicPr>
          <p:cNvPr id="8" name="Picture Placeholder 7">
            <a:extLst>
              <a:ext uri="{FF2B5EF4-FFF2-40B4-BE49-F238E27FC236}">
                <a16:creationId xmlns:a16="http://schemas.microsoft.com/office/drawing/2014/main" id="{A2065442-1922-460E-8041-D8D8B6C511DF}"/>
              </a:ext>
            </a:extLst>
          </p:cNvPr>
          <p:cNvPicPr>
            <a:picLocks noGrp="1" noChangeAspect="1"/>
          </p:cNvPicPr>
          <p:nvPr>
            <p:ph type="pic" sz="quarter" idx="11"/>
          </p:nvPr>
        </p:nvPicPr>
        <p:blipFill rotWithShape="1">
          <a:blip r:embed="rId3"/>
          <a:srcRect l="20140" r="20140"/>
          <a:stretch/>
        </p:blipFill>
        <p:spPr>
          <a:xfrm>
            <a:off x="7090756" y="917938"/>
            <a:ext cx="4393032" cy="5223538"/>
          </a:xfr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System Architecture</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r>
              <a:rPr lang="en-US" dirty="0"/>
              <a:t>Frontend HTML, CSS, JavaScript, ReactJS, </a:t>
            </a:r>
          </a:p>
          <a:p>
            <a:r>
              <a:rPr lang="en-US" dirty="0"/>
              <a:t>Backend Node.js, Express.js, RESTful API Encourage questions and provide thoughtful responses to enhance audience participation</a:t>
            </a:r>
          </a:p>
          <a:p>
            <a:r>
              <a:rPr lang="en-US" dirty="0"/>
              <a:t>Database MongoDB</a:t>
            </a:r>
          </a:p>
          <a:p>
            <a:r>
              <a:rPr lang="en-US" dirty="0"/>
              <a:t>Storage Firebase</a:t>
            </a:r>
          </a:p>
          <a:p>
            <a:r>
              <a:rPr lang="en-US" dirty="0"/>
              <a:t>Additional Dependencies Authentication libraries, Cloud storage SDKs</a:t>
            </a:r>
          </a:p>
          <a:p>
            <a:pPr marL="0" indent="0">
              <a:buNone/>
            </a:pP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@yMedia</a:t>
            </a:r>
          </a:p>
          <a:p>
            <a:r>
              <a:rPr lang="en-US" dirty="0"/>
              <a:t>Md </a:t>
            </a:r>
            <a:r>
              <a:rPr lang="en-US" dirty="0" err="1"/>
              <a:t>Yeasin</a:t>
            </a:r>
            <a:r>
              <a:rPr lang="en-US" dirty="0"/>
              <a:t> Hossain</a:t>
            </a:r>
          </a:p>
          <a:p>
            <a:r>
              <a:rPr lang="en-US" dirty="0" err="1"/>
              <a:t>Pallab</a:t>
            </a:r>
            <a:r>
              <a:rPr lang="en-US" dirty="0"/>
              <a:t> Biswas</a:t>
            </a:r>
          </a:p>
          <a:p>
            <a:r>
              <a:rPr lang="en-US" dirty="0" err="1"/>
              <a:t>Antora</a:t>
            </a:r>
            <a:r>
              <a:rPr lang="en-US" dirty="0"/>
              <a:t> </a:t>
            </a:r>
            <a:r>
              <a:rPr lang="en-US" dirty="0" err="1"/>
              <a:t>Labiba</a:t>
            </a: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{44190B3E-00AC-4698-AD4B-A4F27F22BE1F}TF8a9b5915-b8c7-461e-8cdd-693d48b5e32371f7b7e2_win32-4bf0b9a2ea37</Template>
  <TotalTime>14</TotalTime>
  <Words>164</Words>
  <Application>Microsoft Office PowerPoint</Application>
  <PresentationFormat>Widescreen</PresentationFormat>
  <Paragraphs>24</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Black</vt:lpstr>
      <vt:lpstr>Calibri</vt:lpstr>
      <vt:lpstr>Sabon Next LT</vt:lpstr>
      <vt:lpstr>Custom</vt:lpstr>
      <vt:lpstr>yMedia- VIDEO STREAMING AND SHARING PLATFORM</vt:lpstr>
      <vt:lpstr>Strategic Vision and Core Objectives</vt:lpstr>
      <vt:lpstr>BASIc Ui &amp; theme</vt:lpstr>
      <vt:lpstr>Functional Specification</vt:lpstr>
      <vt:lpstr>System Architecture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yMedia- VIDEO STREAMING AND SHARING PLATFORM</dc:title>
  <dc:subject/>
  <dc:creator>604.33.IP43</dc:creator>
  <cp:lastModifiedBy>604.33.IP43</cp:lastModifiedBy>
  <cp:revision>2</cp:revision>
  <dcterms:created xsi:type="dcterms:W3CDTF">2025-11-10T07:44:30Z</dcterms:created>
  <dcterms:modified xsi:type="dcterms:W3CDTF">2025-11-10T07:59:08Z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